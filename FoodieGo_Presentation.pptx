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🍜 FoodieGo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Hệ thống đặt món trực tuyến</a:t>
            </a:r>
          </a:p>
          <a:p>
            <a:r>
              <a:t>Đồ án môn SPQM | Level 2</a:t>
            </a:r>
          </a:p>
          <a:p>
            <a:r>
              <a:t>Trọng tâm: LEAN + Lead Time + Measurement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📌 Giới thiệu dự 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FoodieGo là nền tảng kết nối toàn diện với 3 vai trò chính:</a:t>
            </a:r>
          </a:p>
          <a:p>
            <a:pPr lvl="1"/>
            <a:r>
              <a:t>👩‍🦰 Customer (Khách hàng): Xem nhà hàng, menu, đặt món và theo dõi đơn hàng.</a:t>
            </a:r>
          </a:p>
          <a:p>
            <a:pPr lvl="1"/>
            <a:r>
              <a:t>🏪 Restaurant Owner (Chủ nhà hàng): Quản lý thông tin, menu và xử lý đơn hàng.</a:t>
            </a:r>
          </a:p>
          <a:p>
            <a:pPr lvl="1"/>
            <a:r>
              <a:t>👨‍💻 Admin (Quản trị viên): Quản lý người dùng, nhà hàng và xem thống kê hệ thống.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👥 Đội ngũ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Thành viên nhóm và vai trò:</a:t>
            </a:r>
          </a:p>
          <a:p>
            <a:pPr lvl="1"/>
            <a:r>
              <a:t>Cao Đình Bảo (Team Lead): Auth + Users + CI/CD</a:t>
            </a:r>
          </a:p>
          <a:p>
            <a:pPr lvl="1"/>
            <a:r>
              <a:t>Võ Duy Hoàng (Backend): Restaurants + Menu Items</a:t>
            </a:r>
          </a:p>
          <a:p>
            <a:pPr lvl="1"/>
            <a:r>
              <a:t>Phạm Hải Thiên (Backend): Orders + Delivery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🏗️ Công nghệ sử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Hệ thống được xây dựng trên các công nghệ hiện đại:</a:t>
            </a:r>
          </a:p>
          <a:p>
            <a:pPr lvl="1"/>
            <a:r>
              <a:t>Core Backend: Node.js + Express</a:t>
            </a:r>
          </a:p>
          <a:p>
            <a:pPr lvl="1"/>
            <a:r>
              <a:t>Database: MySQL</a:t>
            </a:r>
          </a:p>
          <a:p>
            <a:pPr lvl="1"/>
            <a:r>
              <a:t>Microservice: Python FastAPI (Tính phí giao hàng)</a:t>
            </a:r>
          </a:p>
          <a:p>
            <a:pPr lvl="1"/>
            <a:r>
              <a:t>Bảo mật: JWT + Role-based Authorization</a:t>
            </a:r>
          </a:p>
          <a:p>
            <a:pPr lvl="1"/>
            <a:r>
              <a:t>Kiểm thử &amp; Chất lượng: Jest, Supertest, ESLint, SonarQube</a:t>
            </a:r>
          </a:p>
          <a:p>
            <a:pPr lvl="1"/>
            <a:r>
              <a:t>DevOps: Docker Compose, GitHub Actions (CI/CD)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Mục tiêu chất lượng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Dự án áp dụng quy trình kiểm soát chất lượng (DoD) nghiêm ngặt:</a:t>
            </a:r>
          </a:p>
          <a:p>
            <a:pPr lvl="1"/>
            <a:r>
              <a:t>Test Coverage: ≥ 80%</a:t>
            </a:r>
          </a:p>
          <a:p>
            <a:pPr lvl="1"/>
            <a:r>
              <a:t>Tỉ lệ lỗi CI (CI Fail Rate): ≤ 10%</a:t>
            </a:r>
          </a:p>
          <a:p>
            <a:pPr lvl="1"/>
            <a:r>
              <a:t>Thời gian review (Lead Time): ≤ 1 ngày</a:t>
            </a:r>
          </a:p>
          <a:p>
            <a:pPr lvl="1"/>
            <a:r>
              <a:t>Lỗi SonarQube: ≤ 10 issues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🎉 Cảm ơn các bạn đã lắng nghe!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Q&amp;A</a:t>
            </a:r>
          </a:p>
          <a:p/>
          <a:p>
            <a:r>
              <a:t>FoodieGo © 2024 — Đồ án SPQM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